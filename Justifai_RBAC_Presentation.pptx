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Securing Justif.ai: Role-Based Access Control (RBAC)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Backend Authentication &amp; Authorization Architecture</a:t>
            </a:r>
          </a:p>
          <a:p/>
          <a:p>
            <a:r>
              <a:t>Project: Justif.ai ("Ang iyong munting Abogado")</a:t>
            </a:r>
          </a:p>
          <a:p>
            <a:r>
              <a:t>Focus: FastAPI Middleware &amp; Supabase JWT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Authentication Works in Justif.ai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(Client): Mobile app authenticates with Supabase Auth.</a:t>
            </a:r>
          </a:p>
          <a:p>
            <a:pPr/>
            <a:r>
              <a:t>Token Handshake: Supabase returns a JSON Web Token (JWT) containing user identity and role.</a:t>
            </a:r>
          </a:p>
          <a:p>
            <a:pPr/>
            <a:r>
              <a:t>Backend (FastAPI): Every protected API request includes the JWT in the Authorization: Bearer header.</a:t>
            </a:r>
          </a:p>
          <a:p>
            <a:pPr/>
            <a:r>
              <a:t>Middleware (auth.py): Intercepts the request, cryptographically verifies the token, and extracts the user's role before allowing database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AuthenticatedUser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a token is verified, the system creates an AuthenticatedUser object.</a:t>
            </a:r>
          </a:p>
          <a:p>
            <a:pPr/>
            <a:r>
              <a:t>Key Attributes Extracted:</a:t>
            </a:r>
          </a:p>
          <a:p>
            <a:pPr lvl="1"/>
            <a:r>
              <a:t>user_id (UUID): Links the request to specific database records.</a:t>
            </a:r>
          </a:p>
          <a:p>
            <a:pPr lvl="1"/>
            <a:r>
              <a:t>email: For communication and auditing.</a:t>
            </a:r>
          </a:p>
          <a:p>
            <a:pPr lvl="1"/>
            <a:r>
              <a:t>role: Determines permissions (defaults to 'authenticated').</a:t>
            </a:r>
          </a:p>
          <a:p>
            <a:pPr lvl="1"/>
            <a:r>
              <a:t>token: The raw JWT, passed down to Supabase for secure Row-Level Security (RLS)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Dual-Algorithm Token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system is built to handle modern infrastructure transitions seamlessly.</a:t>
            </a:r>
          </a:p>
          <a:p>
            <a:pPr/>
            <a:r>
              <a:t>ES256 (Asymmetric - Modern Supabase):</a:t>
            </a:r>
          </a:p>
          <a:p>
            <a:pPr lvl="1"/>
            <a:r>
              <a:t>Verifies tokens using Supabase's public keys via a JWKS (JSON Web Key Set) endpoint.</a:t>
            </a:r>
          </a:p>
          <a:p>
            <a:pPr/>
            <a:r>
              <a:t>HS256 (Symmetric - Legacy/Fallback):</a:t>
            </a:r>
          </a:p>
          <a:p>
            <a:pPr lvl="1"/>
            <a:r>
              <a:t>Verifies tokens using the private SUPABASE_JWT_SECRET stored securely in backend environment variables.</a:t>
            </a:r>
          </a:p>
          <a:p>
            <a:pPr/>
            <a:r>
              <a:t>Benefit: Zero downtime regardless of how the Supabase project is configured.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Extracting the RBAC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JWT payload contains 'claims' (trusted data from the auth server).</a:t>
            </a:r>
          </a:p>
          <a:p>
            <a:pPr/>
            <a:r>
              <a:t>The Process:</a:t>
            </a:r>
          </a:p>
          <a:p>
            <a:pPr lvl="1"/>
            <a:r>
              <a:t>1. Token is cryptographically decoded.</a:t>
            </a:r>
          </a:p>
          <a:p>
            <a:pPr lvl="1"/>
            <a:r>
              <a:t>2. The 'sub' claim becomes the user_id.</a:t>
            </a:r>
          </a:p>
          <a:p>
            <a:pPr lvl="1"/>
            <a:r>
              <a:t>3. The 'role' claim dictates system privileges.</a:t>
            </a:r>
          </a:p>
          <a:p>
            <a:pPr/>
            <a:r>
              <a:t>Failsafe Mechanism: If no role is present, the system defaults to the least privileged standard role: 'authenticated'.</a:t>
            </a:r>
          </a:p>
          <a:p>
            <a:pPr/>
            <a:r>
              <a:t>Security Check: If the 'sub' claim is missing, the request is instantly rejected with a 401 Unauthorized.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FastAPI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Routes are secured using FastAPI's Dependency Injection (Depends(get_current_user)).</a:t>
            </a:r>
          </a:p>
          <a:p>
            <a:pPr/>
            <a:r>
              <a:t>Example Usage:</a:t>
            </a:r>
          </a:p>
          <a:p>
            <a:pPr lvl="1"/>
            <a:r>
              <a:t>@router.post('/chat')</a:t>
            </a:r>
          </a:p>
          <a:p>
            <a:pPr lvl="1"/>
            <a:r>
              <a:t>async def send_message(user: AuthenticatedUser = Depends(get_current_user)): ...</a:t>
            </a:r>
          </a:p>
          <a:p>
            <a:pPr/>
            <a:r>
              <a:t>Extensibility: We can easily create dependencies like require_admin_role that check if user.role == 'admin' before allowing access to sensitive administrative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Depth: Database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backend does not rely purely on API-level RBAC.</a:t>
            </a:r>
          </a:p>
          <a:p>
            <a:pPr/>
            <a:r>
              <a:t>By passing the raw token inside the AuthenticatedUser model, we initialize a localized Supabase client per request.</a:t>
            </a:r>
          </a:p>
          <a:p>
            <a:pPr/>
            <a:r>
              <a:t>Result: Supabase's PostgreSQL database enforces Row Level Security (RLS).</a:t>
            </a:r>
          </a:p>
          <a:p>
            <a:pPr/>
            <a:r>
              <a:t>Even if an API route is compromised, the database still checks the user's role and ID before allowing Data Manipulation (Insert/Select/Delete).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Secure, dual-algorithm token verification.</a:t>
            </a:r>
          </a:p>
          <a:p>
            <a:pPr lvl="1"/>
            <a:r>
              <a:t>Extensible AuthenticatedUser model.</a:t>
            </a:r>
          </a:p>
          <a:p>
            <a:pPr lvl="1"/>
            <a:r>
              <a:t>Defense-in-depth architecture integrating FastAPI dependency injection with PostgreSQL RLS.</a:t>
            </a:r>
          </a:p>
          <a:p>
            <a:pPr/>
            <a:r>
              <a:t>Next Steps:</a:t>
            </a:r>
          </a:p>
          <a:p>
            <a:pPr lvl="1"/>
            <a:r>
              <a:t>Define custom roles in Supabase (e.g., premium_user, admin).</a:t>
            </a:r>
          </a:p>
          <a:p>
            <a:pPr lvl="1"/>
            <a:r>
              <a:t>Add custom FastAPI dependencies for role-specific route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